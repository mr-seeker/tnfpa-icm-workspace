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</c:v>
                </c:pt>
              </c:strCache>
            </c:strRef>
          </c:tx>
          <c:spPr>
            <a:ln>
              <a:solidFill>
                <a:srgbClr val="1F3864"/>
              </a:solidFill>
            </a:ln>
          </c:spP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{{company}}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Board briefing · {{period}} · இயக்குநர் குழு அறிக்கை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/>
              <a:t>• {{one-sentence takeaway: the story in one line}}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{{unit, e.g. ₹ lakh}} · horizon {{horizon}}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Revenue</a:t>
            </a:r>
          </a:p>
          <a:p>
            <a:r>
              <a:rPr sz="3000" b="1">
                <a:solidFill>
                  <a:srgbClr val="1F3864"/>
                </a:solidFill>
              </a:rPr>
              <a:t>{{revenue}}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EBITDA</a:t>
            </a:r>
          </a:p>
          <a:p>
            <a:r>
              <a:rPr sz="3000" b="1">
                <a:solidFill>
                  <a:srgbClr val="1F3864"/>
                </a:solidFill>
              </a:rPr>
              <a:t>{{ebitda}}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Net income</a:t>
            </a:r>
          </a:p>
          <a:p>
            <a:r>
              <a:rPr sz="3000" b="1">
                <a:solidFill>
                  <a:srgbClr val="1F3864"/>
                </a:solidFill>
              </a:rPr>
              <a:t>{{net_income}}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Ending cash</a:t>
            </a:r>
          </a:p>
          <a:p>
            <a:r>
              <a:rPr sz="3000" b="1">
                <a:solidFill>
                  <a:srgbClr val="1F3864"/>
                </a:solidFill>
              </a:rPr>
              <a:t>{{ending_cash}}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the three things that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{{what_changed_1}}</a:t>
            </a:r>
          </a:p>
          <a:p>
            <a:pPr>
              <a:spcAft>
                <a:spcPts val="1000"/>
              </a:spcAft>
            </a:pPr>
            <a:r>
              <a:rPr sz="2000"/>
              <a:t>• {{what_changed_2}}</a:t>
            </a:r>
          </a:p>
          <a:p>
            <a:pPr>
              <a:spcAft>
                <a:spcPts val="1000"/>
              </a:spcAft>
            </a:pPr>
            <a:r>
              <a:rPr sz="2000"/>
              <a:t>• {{what_changed_3}}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Revenue and EBITDA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Right-click chart › Edit Data › paste K01 Export_Rows (revenue, ebitda) · {{unit}}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13-week cash: {{takeaway}}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raw, unfinanced position · {{bank flash / GL}}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/>
              <a:t>Trough: {{trough}} (week {{trough_week}})</a:t>
            </a:r>
          </a:p>
          <a:p>
            <a:pPr>
              <a:spcAft>
                <a:spcPts val="1200"/>
              </a:spcAft>
            </a:pPr>
            <a:r>
              <a:rPr sz="1800"/>
              <a:t>First negative week: {{first_negative_week}}</a:t>
            </a:r>
          </a:p>
          <a:p>
            <a:pPr>
              <a:spcAft>
                <a:spcPts val="1200"/>
              </a:spcAft>
            </a:pPr>
            <a:r>
              <a:rPr sz="1800"/>
              <a:t>Recommended: {{recommended_action}}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three forward risks and what we are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{{risk_1}}</a:t>
            </a:r>
          </a:p>
          <a:p>
            <a:pPr>
              <a:spcAft>
                <a:spcPts val="1000"/>
              </a:spcAft>
            </a:pPr>
            <a:r>
              <a:rPr sz="2000"/>
              <a:t>• {{risk_2}}</a:t>
            </a:r>
          </a:p>
          <a:p>
            <a:pPr>
              <a:spcAft>
                <a:spcPts val="1000"/>
              </a:spcAft>
            </a:pPr>
            <a:r>
              <a:rPr sz="2000"/>
              <a:t>• {{risk_3}}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decision requested from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/>
              <a:t>• {{the_ask}}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Appendix: forecast accuracy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memory/scorecard.md · W00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Latest fitness: {{fitness}} (lower is better)</a:t>
            </a:r>
          </a:p>
          <a:p>
            <a:pPr>
              <a:spcAft>
                <a:spcPts val="1000"/>
              </a:spcAft>
            </a:pPr>
            <a:r>
              <a:rPr sz="1800"/>
              <a:t>• Pre-close months: {{pre_close}}</a:t>
            </a:r>
          </a:p>
          <a:p>
            <a:pPr>
              <a:spcAft>
                <a:spcPts val="1000"/>
              </a:spcAft>
            </a:pPr>
            <a:r>
              <a:rPr sz="1800"/>
              <a:t>• Cash basis: {{cash_basis}}</a:t>
            </a:r>
          </a:p>
          <a:p>
            <a:pPr>
              <a:spcAft>
                <a:spcPts val="1000"/>
              </a:spcAft>
            </a:pPr>
            <a:r>
              <a:rPr sz="1800"/>
              <a:t>• Amounts exclude GST; unit {{unit}}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source: K01 champion / K02 runway · {{caveats}}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